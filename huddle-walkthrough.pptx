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C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828800"/>
            <a:ext cx="7315200" cy="7315200"/>
          </a:xfrm>
          <a:prstGeom prst="ellipse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8229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0" b="1">
                <a:solidFill>
                  <a:srgbClr val="1A1A2E"/>
                </a:solidFill>
                <a:latin typeface="Georgia"/>
              </a:rPr>
              <a:t>Huddle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>
                <a:solidFill>
                  <a:srgbClr val="1A1A2E"/>
                </a:solidFill>
                <a:latin typeface="Helvetica Neue"/>
              </a:rPr>
              <a:t>Build a campus study-spot app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772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C4033"/>
                </a:solidFill>
                <a:latin typeface="Helvetica Neue"/>
              </a:rPr>
              <a:t>React · Vite · Tailwind · Firebase · Leaflet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Beginner friendly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What you'll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Helvetica Neue"/>
              </a:rPr>
              <a:t>A phone-sized web app where students: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Sign up with email + password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Browse campus study spots in a list or on a map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Filter by quiet / outlets / open now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Rate spots across noise, seating, WiFi, lighting, crowdedness…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Set personal preferences and see recommended spots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Create and join study groups by course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Get group-level spot recommendations based on member preferences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474720" cy="4572000"/>
          </a:xfrm>
          <a:prstGeom prst="round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Georgia"/>
              </a:rPr>
              <a:t>Huddle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3474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Helvetica Neue"/>
              </a:rPr>
              <a:t>Find a study spot!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651760"/>
            <a:ext cx="3108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74320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Helvetica Neue"/>
              </a:rPr>
              <a:t>Doe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0175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0.3 mi · Silent · 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566160"/>
            <a:ext cx="3108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65760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Helvetica Neue"/>
              </a:rPr>
              <a:t>MLK Student Union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9319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0.3 mi · Silent ·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480560"/>
            <a:ext cx="3108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57200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Helvetica Neue"/>
              </a:rPr>
              <a:t>Cafe Strada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8463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0.3 mi · Silent ·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The tools and what each one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UI library — components that update when data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28016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Fast dev server + production bundler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517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Utility-first styling, no CSS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56032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Firebase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517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Email/password login with zero backend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79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Firestore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931919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Real-time database — data updates appear 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840479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Leaflet + OSM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931919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Free interactive maps, no API key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React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21208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Move between pages without full reloads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512064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1208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 Neue"/>
              </a:rPr>
              <a:t>Deploy the whole thing with one command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Tools you'll install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Node.js 18 or newer (from nodejs.org)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A code editor — VS Code is free and great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A free Google account (for Firebase) and GitHub account (for Vercel)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A terminal — Terminal on Mac, PowerShell on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C4033"/>
                </a:solidFill>
                <a:latin typeface="Helvetica Neue"/>
              </a:rPr>
              <a:t>Quick check: run these in your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10972800" cy="146304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node -v      # should print v18.x or newer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npm -v       # should print 9.x or newer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git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Scaffold the project with 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Create the app in one command. Vite sets up React + build tooling.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972800" cy="18288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npm create vite@latest huddle -- --template react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cd huddle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npm install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npm run dev   # open http://localhost:5173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Helvetica Neue"/>
              </a:rPr>
              <a:t>What you'll see: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A src/ folder — your React components live here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package.json — lists the libraries your app needs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index.html — the one HTML page React renders into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A blank Vite page in the browser — you're ready to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Style with Tailwind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Tailwind = write styles as class names. No separate CSS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972800" cy="146304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npm install -D tailwindcss @tailwindcss/vite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# add @import "tailwindcss"; to src/index.css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# register the plugin in vite.config.js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Helvetica Neue"/>
              </a:rPr>
              <a:t>Then styling looks like this: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0972800" cy="210312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&lt;button className="bg-amber-300 rounded-full px-4 py-2 font-bold"&gt;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  Sign in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&lt;/button&gt;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Create a Firebase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Go to console.firebase.google.com → Add project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Enable Authentication → Email/Password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Create a Firestore database in test mode (for now)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Register a Web app and copy the config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 Neue"/>
              </a:rPr>
              <a:t>Paste config into .env.local (never commit this file):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34840"/>
            <a:ext cx="10972800" cy="18288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VITE_FIREBASE_API_KEY=...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VITE_FIREBASE_AUTH_DOMAIN=huddle.firebaseapp.com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VITE_FIREBASE_PROJECT_ID=huddle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VITE_FIREBASE_APP_ID=...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Add sign-up and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Install the Firebase SDK, then let users create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972800" cy="109728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npm install firebase react-router-dom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10972800" cy="32004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// src/services/auth.ts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import { createUserWithEmailAndPassword } from 'firebase/auth';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import { auth, db } from './firebase';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import { doc, setDoc } from 'firebase/firestore';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export async function signUp(name, email, password)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const { user } = await createUserWithEmailAndPassword(auth, email, password);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await setDoc(doc(db, 'users', user.uid), { email, displayName: name });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return user;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Design your Firestore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Four top-level collections. Each document is 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926080" cy="731520"/>
          </a:xfrm>
          <a:prstGeom prst="round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Menlo"/>
              </a:rPr>
              <a:t>users/{uid}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 Neue"/>
              </a:rPr>
              <a:t>email, displayName, joinedSpotIds[], preferences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926080" cy="731520"/>
          </a:xfrm>
          <a:prstGeom prst="round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Menlo"/>
              </a:rPr>
              <a:t>spots/{id}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 Neue"/>
              </a:rPr>
              <a:t>name, noiseLevel, outlets, lat, lng, ratingSum, ratingCount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2926080" cy="731520"/>
          </a:xfrm>
          <a:prstGeom prst="round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Menlo"/>
              </a:rPr>
              <a:t>groups/{id}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7764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 Neue"/>
              </a:rPr>
              <a:t>name, course, ownerId, memberIds[], meetingTime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2926080" cy="731520"/>
          </a:xfrm>
          <a:prstGeom prst="round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Menlo"/>
              </a:rPr>
              <a:t>ratings/{id}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98348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 Neue"/>
              </a:rPr>
              <a:t>spotId, userId, overallRating, comments, createdAt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Show spots live from Firestore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onSnapshot streams changes in real time — no refresh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972800" cy="41148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import { collection, onSnapshot, query, orderBy } from 'firebase/firestore';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import { db } from './firebase';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export function subscribeSpots(cb)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const q = query(collection(db, 'spots'), orderBy('name'));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return onSnapshot(q, (snap) =&gt;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  cb(snap.docs.map((d) =&gt; ({ id: d.id, ...d.data() })))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5C4033"/>
                </a:solidFill>
                <a:latin typeface="Helvetica Neue"/>
              </a:rPr>
              <a:t>Tip: only subscribe after the user signs in, or Firestore rules will reject the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Filter chips in one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Declare filters as data, render them in a loop, AND them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0972800" cy="41148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const FILTERS = [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{ key: 'quiet',   label: 'Quiet',    match: (s) =&gt; s.noiseLevel === 'Silent' },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{ key: 'outlets', label: 'Outlets',  match: (s) =&gt; s.outlets === true },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{ key: 'open',    label: 'Open now', match: (s) =&gt; s.open === true },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const visible = spots.filter((s) =&gt;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FILTERS.every((f) =&gt; !active[f.key] || f.match(s))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Map with Leaflet + OpenStreetMap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0972800" cy="100584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npm install leaflet react-leaflet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10972800" cy="347472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import { MapContainer, TileLayer, Marker, Popup } from 'react-leaflet';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import 'leaflet/dist/leaflet.css';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&lt;MapContainer center={[37.87, -122.26]} zoom={16} style={{ height: 500 }}&gt;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&lt;TileLayer url="https://{s}.tile.openstreetmap.org/{z}/{x}/{y}.png" /&gt;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{spots.map((s) =&gt;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&lt;Marker key={s.id} position={[s.lat, s.lng]}&gt;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  &lt;Popup&gt;{s.name}&lt;/Popup&gt;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&lt;/Marker&gt;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))}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&lt;/MapContainer&gt;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Ratings that aggregate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Use a transaction so two users rating at once don't overwrite each 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972800" cy="420624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await runTransaction(db, async (tx) =&gt;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const ref = doc(db, 'spots', spotId);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const snap = await tx.get(ref);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const data = snap.data();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tx.update(ref,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ratingSum:   (data.ratingSum   ?? 0) + score,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ratingCount: (data.ratingCount ?? 0) + 1,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tx.set(doc(collection(db, 'ratings')), { spotId, userId, score, createdAt: serverTimestamp() });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Let users save preferences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0972800" cy="256032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// services/users.ts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import { doc, setDoc } from 'firebase/firestore';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export function updatePreferences(uid, preferences)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return setDoc(doc(db, 'users', uid), { preferences }, { merge: true });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Helvetica Neue"/>
              </a:rPr>
              <a:t>merge: true means "update these fields, keep the rest."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C4033"/>
                </a:solidFill>
                <a:latin typeface="Helvetica Neue"/>
              </a:rPr>
              <a:t>It also creates the document if it doesn't exist — no "No document to update"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Recommend spots by preference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C4033"/>
                </a:solidFill>
                <a:latin typeface="Helvetica Neue"/>
              </a:rPr>
              <a:t>Score each spot by how many preferences it matches. Highest scores win.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972800" cy="393192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export function scoreSpot(spot, prefs)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let score = 0;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for (const axis of ['noiseLevel', 'outlets', 'lighting', 'crowded'])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if (prefs[axis] &amp;&amp; prefs[axis] === spot[axis]) score += 1;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return score;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const recommended = spots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.map((s) =&gt; ({ s, score: scoreSpot(s, prefs) }))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.sort((a, b) =&gt; b.score - a.score)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.slice(0, 3)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.map(({ s }) =&gt; s);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Study groups — create, join,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A group is a Firestore doc with ownerId and memberIds[]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Joining = arrayUnion(userId); leaving = arrayRemove(userId)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600">
                <a:solidFill>
                  <a:srgbClr val="1A1A2E"/>
                </a:solidFill>
                <a:latin typeface="Helvetica Neue"/>
              </a:rPr>
              <a:t>Firestore rules restrict writes to ['memberIds', 'members'] for non-owners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10972800" cy="22860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await updateDoc(doc(db, 'groups', groupId),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  memberIds: arrayUnion(uid),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  members:   arrayUnion(displayName),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Lock it down with Firestore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C4033"/>
                </a:solidFill>
                <a:latin typeface="Helvetica Neue"/>
              </a:rPr>
              <a:t>Rules live on Firebase, not in your code. They're the real security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972800" cy="429768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match /users/{userId}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allow read: if request.auth != null;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allow write: if request.auth.uid == userId;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match /spots/{spotId}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allow read: if request.auth != null;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allow update: if request.resource.data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.diff(resource.data).affectedKeys()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    .hasOnly(['ratingSum', 'ratingCount']);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Step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Ship it with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Push your code to GitHub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Import the repo at vercel.com → 'Add New Project'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Paste your VITE_FIREBASE_* values into Project → Settings → Environment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0972800" cy="18288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npm install -g vercel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vercel           # preview deploy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vercel --prod    # live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 Neue"/>
              </a:rPr>
              <a:t>You now have a public URL you can share with classmates.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Gotchas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Real mistakes we hit while building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Firestore IDs are STRINGS — don't parseInt() them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Only subscribe to Firestore after the user signs in, or rules reject the listener and it never retries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Use setDoc(..., {merge: true}) for array updates — tolerates missing docs from signup races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Leaflet markers break without the icon assets — import them explicitly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700">
                <a:solidFill>
                  <a:srgbClr val="1A1A2E"/>
                </a:solidFill>
                <a:latin typeface="Helvetica Neue"/>
              </a:rPr>
              <a:t>Don't orderBy a field that requires a composite index unless you've deployed the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Test the whole app with Playwright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0972800" cy="100584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npm install -D @playwright/test &amp;&amp; npx playwright install chromium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10972800" cy="3200400"/>
          </a:xfrm>
          <a:prstGeom prst="roundRect">
            <a:avLst/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test('filter chips narrow the list', async ({ page }) =&gt;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await signUpAndLand(page);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await page.getByRole('button', { name: 'Quiet' }).click();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await expect(page.getByText('Doe Library')).toBeVisible();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  await expect(page.getByText('Cafe Strada')).toHaveCount(0);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Menlo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C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D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C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DC90"/>
                </a:solidFill>
                <a:latin typeface="Helvetica Neue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 Neue"/>
              </a:rPr>
              <a:t>Ideas to extend Huddle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Upload a photo when rating a spot (Firebase Storage)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Push notifications when a friend joins your group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Show live occupancy counts on the map markers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Swap static lat/lng for geocoded addresses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000"/>
                </a:solidFill>
                <a:latin typeface="Helvetica Neue"/>
              </a:rPr>
              <a:t>●  </a:t>
            </a:r>
            <a:r>
              <a:rPr sz="1800">
                <a:solidFill>
                  <a:srgbClr val="1A1A2E"/>
                </a:solidFill>
                <a:latin typeface="Helvetica Neue"/>
              </a:rPr>
              <a:t>Add AI spot recommendations using the rating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Helvetica Neue"/>
              </a:rPr>
              <a:t>Each of these is its own small project — pick one and go!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4033"/>
                </a:solidFill>
                <a:latin typeface="Helvetica Neue"/>
              </a:rPr>
              <a:t>Huddle — build a campus study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C4033"/>
                </a:solidFill>
                <a:latin typeface="Helvetica Neue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82296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>
                <a:solidFill>
                  <a:srgbClr val="FFDC90"/>
                </a:solidFill>
                <a:latin typeface="Georgia"/>
              </a:rPr>
              <a:t>You built Huddle.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8229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Now ship something of your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1A1A2E"/>
                </a:solidFill>
                <a:latin typeface="Helvetica Neue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